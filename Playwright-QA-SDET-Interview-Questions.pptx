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Top 10 Playwright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D7E3FF"/>
                </a:solidFill>
                <a:latin typeface="Calibri"/>
              </a:rPr>
              <a:t>Prepared for QA and SDET interview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704088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Calibri"/>
              </a:rPr>
              <a:t>Use these slides as speaking prompts: keep answers direct, explain tradeoffs, and connect each concept to test reliability, maintainability, and CI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914400"/>
            <a:ext cx="3200400" cy="4480560"/>
          </a:xfrm>
          <a:prstGeom prst="roundRect">
            <a:avLst/>
          </a:prstGeom>
          <a:solidFill>
            <a:srgbClr val="1D2C55"/>
          </a:solidFill>
          <a:ln w="12700">
            <a:solidFill>
              <a:srgbClr val="2F4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2344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Deck Includes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783080"/>
            <a:ext cx="246888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3F4F6"/>
                </a:solidFill>
                <a:latin typeface="Calibri"/>
              </a:defRPr>
            </a:pPr>
            <a:r>
              <a:t>10 common interview questions</a:t>
            </a:r>
          </a:p>
          <a:p>
            <a:pPr>
              <a:spcAft>
                <a:spcPts val="600"/>
              </a:spcAft>
              <a:defRPr sz="1500">
                <a:solidFill>
                  <a:srgbClr val="F3F4F6"/>
                </a:solidFill>
                <a:latin typeface="Calibri"/>
              </a:defRPr>
            </a:pPr>
            <a:r>
              <a:t>Interview-ready sample answers</a:t>
            </a:r>
          </a:p>
          <a:p>
            <a:pPr>
              <a:spcAft>
                <a:spcPts val="600"/>
              </a:spcAft>
              <a:defRPr sz="1500">
                <a:solidFill>
                  <a:srgbClr val="F3F4F6"/>
                </a:solidFill>
                <a:latin typeface="Calibri"/>
              </a:defRPr>
            </a:pPr>
            <a:r>
              <a:t>Key points to mention</a:t>
            </a:r>
          </a:p>
          <a:p>
            <a:pPr>
              <a:spcAft>
                <a:spcPts val="600"/>
              </a:spcAft>
              <a:defRPr sz="1500">
                <a:solidFill>
                  <a:srgbClr val="F3F4F6"/>
                </a:solidFill>
                <a:latin typeface="Calibri"/>
              </a:defRPr>
            </a:pPr>
            <a:r>
              <a:t>Real code examples per topic</a:t>
            </a:r>
          </a:p>
          <a:p>
            <a:pPr>
              <a:spcAft>
                <a:spcPts val="600"/>
              </a:spcAft>
              <a:defRPr sz="1500">
                <a:solidFill>
                  <a:srgbClr val="F3F4F6"/>
                </a:solidFill>
                <a:latin typeface="Calibri"/>
              </a:defRPr>
            </a:pPr>
            <a:r>
              <a:t>What interviewers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Calibri"/>
              </a:rPr>
              <a:t>Generated from scripts/build_playwright_interview_deck.py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Calibri"/>
              </a:rPr>
              <a:t>Interview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38912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Start with the direct answer in one or two sentences.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Add one practical example from your project experience.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Mention tradeoffs instead of giving absolute claims.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Tie answers to stability, speed, debugging, or maintainability.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600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75"/>
                </a:solidFill>
                <a:latin typeface="Calibri"/>
              </a:rPr>
              <a:t>Topics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65960"/>
            <a:ext cx="5212080" cy="3200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Playwright fundamentals and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Locators, auto-waits, and stability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Parallelism, fixtures, and framework design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Network mocking, debugging, and CI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66360"/>
            <a:ext cx="10332720" cy="384048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B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48656"/>
            <a:ext cx="9966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Tip: if you are junior, focus on concepts and examples; if you are senior, emphasize design decisions and tradeoffs.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What is Playwright, and why is it popular for QA and SDET teams?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Playwright is an end-to-end automation framework from Microsoft for modern web apps. It supports Chromium, Firefox, and WebKit with one API, has reliable auto-waiting, built-in tracing, network control, and strong parallel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One framework for UI, API, mobile web, and component-level testing.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Better stability than Selenium because waits and locator behavior are built in.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Great CI fit: retries, sharding, artifacts, and HTML reports out of the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Compare it against Selenium and Cypress without claiming one tool solves every case.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A minimal Playwright test
test('homepage loads', async ({ page }) =&gt; {
  await page.goto('https://example.com');
  await expect(page).toHaveTitle('Example Domain');
  await expect(page.getByRole('heading')).toBeVisible();
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What are browser contexts in Playwright, and why do they matter?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A browser context is an isolated, lightweight browser session. Each context has its own cookies, local storage, and permissions, so tests run independently without sharing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Enables true test isolation and safe parallel execution.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Model two users (buyer + approver) in one test without interference.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Much cheaper than spinning up a new browser process per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 strong answer connects contexts to reliability, not just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Two independent users in one test
const ctxBuyer    = await browser.newContext();
const ctxApprover = await browser.newContext();
const buyer    = await ctxBuyer.newPage();
const approver = await ctxApprover.newPage();
// Each context has separate cookies /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does auto-waiting work in Playwright?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Playwright waits for an element to become actionable before interacting with it: attached, visible, stable, and enabled. Assertions also retry until the timeout fires.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Eliminates hard-coded sleeps and brittle fixed timeouts.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Assertions like toBeVisible() retry automatically on dynamic UIs.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Explicit waits are still needed for true business events: API response, URL change, loader gone.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Mention that auto-waiting helps but does not fix poor locators or race conditions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Bad — never do this
await page.waitForTimeout(3000);
// Good — Playwright waits automatically before the click
await page.getByRole('button', { name: 'Submit' }).click();
await expect(page.getByText('Order confirmed')).toBeVisible();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Why should you prefer locators over raw selectors?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Locators re-query the page on every action, support auto-waiting, and make tests more readable and resilient than string-heavy CSS or XPath selectors.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Use getByRole, getByLabel, getByText as first choice — they mirror what users see.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Fall back to getByTestId only when semantic locators are not viable.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Avoid long CSS chains and absolute XPath — they break on any markup refactor.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Tie locator choice back to maintainability and accessibility-aware test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Preferred: role-based (mirrors user intent)
await page.getByRole('button', { name: 'Login' }).click();
await page.getByLabel('Email address').fill('qa@example.com');
// Acceptable fallback: test ID
await page.getByTestId('submit-btn').click();
// Avoid: brittle CSS chain
// page.locator('div.app &gt; form &gt; div:nth-child(2) &gt; button')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do you handle multiple tabs, popups, uploads, and downloads?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Use Playwright event listeners before triggering the action. Register the listener first, then click — so the event is never missed.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Promise.all pattern ensures the listener is active before the click fires.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For uploads, call setInputFiles — no OS dialog interaction needed.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For downloads, assert the suggested filename and optionally read the file content.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Interviewers want deterministic event handling, not sleep-based workarounds.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Popup: register listener BEFORE the click
const [popup] = await Promise.all([
  page.waitForEvent('popup'),
  page.getByText('Open Terms').click(),
]);
await expect(popup).toHaveURL(/terms/);
// File upload — no OS dialog
await page.getByLabel('Upload').setInputFiles('./data/receipt.pdf');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do you run tests in parallel and across browsers in Playwright?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Playwright Test uses workers for parallel execution and projects for cross-browser coverage. Projects can also model different devices, locales, or auth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Parallel execution is fast but tests must be fully isolated and data-safe.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Tune workers and retries differently for local runs and CI environments.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Use --shard in CI to split the suite across multiple machines.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Good answers mention the tradeoff: faster runs can expose hidden shared-state issues.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playwright.config.js — multi-browser projects
projects: [
  { name: 'chromium', use: { ...devices['Desktop Chrome'] } },
  { name: 'firefox',  use: { ...devices['Desktop Firefox'] } },
  { name: 'webkit',   use: { ...devices['Desktop Safari'] } },
],
workers: process.env.CI ? 4 : 2,
retries: process.env.CI ? 2 : 0,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What are fixtures, hooks, and test isolation in Playwright Test?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Fixtures provide scoped, reusable setup objects — pages, sessions, data builders. Hooks orchestrate shared setup/teardown. Isolation means every test can run in any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Extend base test with fixtures instead of duplicating setup in every beforeEach.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Fixtures are auto-disposed — teardown happens even on test failure.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A test must never rely on state left behind by a previous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Senior candidates show framework design maturity here, not just syntax knowledge.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fixtures.js — custom authenticated page
export const test = base.extend({
  loggedInPage: async ({ page }, use) =&gt; {
    await page.goto('/login');
    await page.getByLabel('Email').fill(TD.user.email);
    await page.getByRole('button', { name: 'Sign in' }).click();
    await use(page);  // run the test
  },
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do you mock APIs or control network behavior in Playwright?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Playwright intercepts network calls with route handlers so you can modify responses, return fixtures, or block requests — making UI tests deterministic.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Mock when the backend is slow, flaky, or outside the test scope.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Use real APIs for end-to-end coverage when integration risk matters.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Avoid over-mocking — hidden contract mismatches can slip through.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The best answer explains when to mock and when NOT to mock.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Intercept and stub an API response
await page.route('**/api/products', route =&gt;
  route.fulfill({
    status: 200,
    body: JSON.stringify([{ id: 1, name: 'Mock Item' }]),
  })
);
await page.goto('/products');
await expect(page.getByText('Mock Item')).toBeVisible();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do you debug flaky Playwright tests?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Reproduce the failure with trace, screenshot, video, and step logs. Then determine the root cause: timing, data, locator quality, or environment.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Trace viewer shows the exact DOM state and action timeline at every step.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Replace fixed waits with event-based waits and stronger assertions.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Remove hidden dependencies on test execution order or shared test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 strong SDET answer treats flakiness as an engineering problem, not just a retry problem.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// playwright.config.js — capture artifacts on failure
use: {
  trace:      'on-first-retry',
  screenshot: 'only-on-failure',
  video:      'retain-on-failure',
},
retries: process.env.CI ? 2 : 0,
// Then open: npx playwright show-trace trace.zip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Question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1F3B"/>
                </a:solidFill>
                <a:latin typeface="Calibri"/>
              </a:rPr>
              <a:t>How would you design a Playwright framework for a real QA or SDET team?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1"/>
            <a:ext cx="6629400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  <a:latin typeface="Calibri"/>
              </a:rPr>
              <a:t>Best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Separate test intent from page objects, data, fixtures, and utilities. Standardize locator strategy, integrate traces into CI, and choose the right coverage mix.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41648"/>
            <a:ext cx="6309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7675"/>
                </a:solidFill>
                <a:latin typeface="Calibri"/>
              </a:rPr>
              <a:t>Key points to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297680"/>
            <a:ext cx="61264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Clear folder structure: pages/, fixtures/, tests/, data/ with shared helpers.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Screenshots, traces, and failure artifacts wired into CI from day one.</a:t>
            </a:r>
          </a:p>
          <a:p>
            <a:pPr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Selector standards, test tagging (@smoke / @regression), and ownership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084831"/>
            <a:ext cx="4343400" cy="1600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249424"/>
            <a:ext cx="37490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Interviewer is checking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542032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This question measures architecture thinking, maintainability, and delivery discipline.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76472"/>
            <a:ext cx="4343400" cy="2441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776472"/>
            <a:ext cx="4343400" cy="256032"/>
          </a:xfrm>
          <a:prstGeom prst="rect">
            <a:avLst/>
          </a:prstGeom>
          <a:solidFill>
            <a:srgbClr val="1A2E40"/>
          </a:solidFill>
          <a:ln w="127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81304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75"/>
                </a:solidFill>
                <a:latin typeface="Calibri"/>
              </a:rPr>
              <a:t>Code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078224"/>
            <a:ext cx="4069080" cy="20756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A8D8A8"/>
                </a:solidFill>
                <a:latin typeface="Courier New"/>
              </a:rPr>
              <a:t>src/
  pages/       # Page Object classes (locators + actions)
  fixtures/    # Reusable setup: auth, logged-in state, test data
  tests/       # Spec files tagged @smoke / @regression
  data/        # TD.user, TD.product (no magic strings in tests)
config/
  playwright.config.js  # env-aware, per-project settings
scripts/
  report-to-testrail.js # post results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822960"/>
          </a:xfrm>
          <a:prstGeom prst="rect">
            <a:avLst/>
          </a:prstGeom>
          <a:solidFill>
            <a:srgbClr val="121F3B"/>
          </a:solidFill>
          <a:ln w="12700">
            <a:solidFill>
              <a:srgbClr val="12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Final Prep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34747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2471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36B74"/>
                </a:solidFill>
                <a:latin typeface="Calibri"/>
              </a:rPr>
              <a:t>Playwright Interview Prep | QA and SDET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Calibri"/>
              </a:rPr>
              <a:t>Before the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Review one real project where you used Playwright.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Prepare a flakiness example and how you fixed it.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Be ready to explain why you chose certain locators and framework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691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7675"/>
                </a:solidFill>
                <a:latin typeface="Calibri"/>
              </a:rPr>
              <a:t>During the interview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574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Answer the question first, then give supporting detail.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If asked about tradeoffs, compare options instead of guessing a single perfect answer.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If you do not know a detail, state how you would verify it in docs or a test spike.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83480"/>
            <a:ext cx="9966960" cy="457200"/>
          </a:xfrm>
          <a:prstGeom prst="roundRect">
            <a:avLst/>
          </a:prstGeom>
          <a:solidFill>
            <a:srgbClr val="FDF3E8"/>
          </a:solidFill>
          <a:ln w="12700">
            <a:solidFill>
              <a:srgbClr val="F2C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9784"/>
            <a:ext cx="9601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Calibri"/>
              </a:rPr>
              <a:t>Strong candidates connect Playwright features to engineering outcomes, not just tool syntax.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